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victorromao011.github.io/-Dashboard_Requisi-es_SE_FY6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ashboard_preview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400800"/>
            <a:ext cx="1173175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7C85B3"/>
                </a:solidFill>
                <a:hlinkClick r:id="rId3"/>
              </a:rPr>
              <a:t>  ▶  Clique na imagem para abrir o dashboard interativo  →  https://victorromao011.github.io/-Dashboard_Requisi-es_SE_FY6/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